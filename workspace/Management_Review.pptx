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MANGALORE REFINERY &amp; PETROCHEMICALS LIMITED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K-201 Wet Gas Compressor Emergency Radial Vibration Anomaly - Remediation Plan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Sovereign Engineering Intelligence • Autonomous Inspection &amp; Financial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Executive Summary: Critical Plant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Number of Critical Findings Identified: 1 Units Requiring Overhaul Action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Equipment #1 (C-101): Wall thickness degradation to 6.1 mm (Below 6.5 mm SOP minimum)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Equipment #2 (K-201): Centrifugal compressor vibration elevated to 4.82 mm/s (SOP 7.1.1 Warning Threshold)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SOP Compliance: Both events cross-checked against MRPL integrity protocols with verified traceability.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Regulatory Hazard Score: Category-A defect status confirmed.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Remediation Cost Model &amp; Budget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Total Estimated Remediation Capital: ₹1,045,000.00</a:t>
            </a:r>
          </a:p>
          <a:p>
            <a:pPr>
              <a:spcAft>
                <a:spcPts val="1400"/>
              </a:spcAft>
              <a:defRPr sz="1800"/>
            </a:pPr>
            <a:r>
              <a:t>• C-101 Overhead Column Spool Replacement: ₹640,000.00 (Materials + Hot Tap Labor)</a:t>
            </a:r>
          </a:p>
          <a:p>
            <a:pPr>
              <a:spcAft>
                <a:spcPts val="1400"/>
              </a:spcAft>
              <a:defRPr sz="1800"/>
            </a:pPr>
            <a:r>
              <a:t>• K-201 Compressor Dynamic Alignment &amp; Bearing: ₹285,000.00 (Specialist Overhaul)</a:t>
            </a:r>
          </a:p>
          <a:p>
            <a:pPr>
              <a:spcAft>
                <a:spcPts val="1400"/>
              </a:spcAft>
              <a:defRPr sz="1800"/>
            </a:pPr>
            <a:r>
              <a:t>• Standby Charge Pump Preventative Overhaul: ₹120,000.00</a:t>
            </a:r>
          </a:p>
          <a:p>
            <a:pPr>
              <a:spcAft>
                <a:spcPts val="1400"/>
              </a:spcAft>
              <a:defRPr sz="1800"/>
            </a:pPr>
            <a:r>
              <a:t>• Financial Consistency: 100% matched with supporting Excel cost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